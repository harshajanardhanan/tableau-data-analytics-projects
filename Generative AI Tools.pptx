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38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DFE92-5053-8E6D-26BB-13F724B6C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976283"/>
            <a:ext cx="9001462" cy="1012569"/>
          </a:xfrm>
        </p:spPr>
        <p:txBody>
          <a:bodyPr/>
          <a:lstStyle/>
          <a:p>
            <a:r>
              <a:rPr lang="en-IN" dirty="0">
                <a:effectLst/>
                <a:latin typeface="3ds Condensed" panose="02000503020000020004" pitchFamily="2" charset="0"/>
              </a:rPr>
              <a:t>Generative AI Tools</a:t>
            </a:r>
            <a:endParaRPr lang="en-IN" dirty="0">
              <a:latin typeface="3ds Condensed" panose="02000503020000020004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7B6AAB-C759-BD39-CE5E-F1646826D8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Harsha Janardhanan </a:t>
            </a:r>
          </a:p>
          <a:p>
            <a:pPr algn="r"/>
            <a:r>
              <a:rPr lang="en-US" i="1" dirty="0"/>
              <a:t>Data Analyst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3685685312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045A9-9E4B-0729-64F9-3EF60814C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620918"/>
            <a:ext cx="9001462" cy="785095"/>
          </a:xfrm>
        </p:spPr>
        <p:txBody>
          <a:bodyPr/>
          <a:lstStyle/>
          <a:p>
            <a:r>
              <a:rPr lang="en-US" dirty="0">
                <a:latin typeface="3ds Condensed" panose="02000503020000020004" pitchFamily="2" charset="0"/>
              </a:rPr>
              <a:t>introduction</a:t>
            </a:r>
            <a:endParaRPr lang="en-IN" dirty="0">
              <a:latin typeface="3ds Condensed" panose="02000503020000020004" pitchFamily="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569580-E65C-E2C6-B71E-B3EF7155869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83790" y="1957140"/>
            <a:ext cx="998253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explores the evolution and impact of Generative AI tools and platforms across industries.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 details of various AI tools, including modality (text, image, multimodal), release year, API availability, and open-source status.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how Generative AI has grown, which modalities dominate, and how accessibility (open source, APIs) shapes innovation.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 used: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Tableau Public 2025.2 for interactive dashboards, forecasting, and KPI visualizations.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areas: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Growth trends, Modality distribution, Open-source adoption, API accessibility, and Future predictions.</a:t>
            </a:r>
          </a:p>
        </p:txBody>
      </p:sp>
    </p:spTree>
    <p:extLst>
      <p:ext uri="{BB962C8B-B14F-4D97-AF65-F5344CB8AC3E}">
        <p14:creationId xmlns:p14="http://schemas.microsoft.com/office/powerpoint/2010/main" val="68550254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CF15E-7D92-2EDD-6F71-AEE23FDB4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3ds Condensed" panose="02000503020000020004" pitchFamily="2" charset="0"/>
              </a:rPr>
              <a:t>Analysis &amp;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3FB669-C179-105A-C8D9-D12AC2127A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8236" y="2081097"/>
            <a:ext cx="1072248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Growth Timeline: Displays rapid acceleration in tool releases from 2021 to 2023, marking the “AI boom era.”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of Generative AI (Forecast): Predictive model shows stabilization beyond 2025, indicating a maturity phase.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Modality Distribution: Text and Image models dominate early years.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Multimodal AI (text + image + audio/video) shows a steady rise, hinting at next-gen AI development.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 Source vs Proprietary Tools: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platforms drive collaboration and research growth.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Proprietary tools dominate commercial ecosystems.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Availability KPI: Around </a:t>
            </a:r>
            <a:r>
              <a:rPr lang="en-US" alt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94.69%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tools provide API access, increasing integration and automation capabilities.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Heatmap Analysis: Reveals concentration of tools offering text + image generation, aligning with user demand for cross-modal creativity.</a:t>
            </a:r>
          </a:p>
        </p:txBody>
      </p:sp>
    </p:spTree>
    <p:extLst>
      <p:ext uri="{BB962C8B-B14F-4D97-AF65-F5344CB8AC3E}">
        <p14:creationId xmlns:p14="http://schemas.microsoft.com/office/powerpoint/2010/main" val="70647604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ABFF5-6BA8-47B4-F4D5-9C1395CD9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865239"/>
          </a:xfrm>
        </p:spPr>
        <p:txBody>
          <a:bodyPr/>
          <a:lstStyle/>
          <a:p>
            <a:r>
              <a:rPr lang="en-IN" dirty="0">
                <a:latin typeface="3ds Condensed" panose="02000503020000020004" pitchFamily="2" charset="0"/>
              </a:rPr>
              <a:t>Major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75CA8-56AF-F9A7-F038-834689B4F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92826"/>
            <a:ext cx="10353762" cy="4655574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 tool development skyrocketed in 2023, coinciding with mainstream AI adoption (ChatGPT, Bard, Midjourney, etc.).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market is shifting from quantity to quality, focusing on scalability, multimodal interaction, and enterprise use.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AI is emerging as the core trend of the next decade.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ecosystems foster innovation, while proprietary systems lead in monetization and enterprise control.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suggests consistent but moderated growth (2026–2030) — AI industry entering stabilization and refinement phase.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4071454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75E1B-9D51-9830-65C2-0F2A22947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3ds Condensed" panose="02000503020000020004" pitchFamily="2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0E682D-4DA5-EBFF-4FAC-2F76386149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96152" y="1935921"/>
            <a:ext cx="798904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Generative AI has transitioned from research curiosity to global innovation catalyst.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shows unprecedented growth up to 2023, followed by strategic consolidation.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trends indicate integration across text, vision, and audio, moving toward universal multimodal intelligence.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Open-source collaboration and API accessibility remain key drivers of AI democratization.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project demonstrates how Generative AI continues to evolve — shaping the next era of creativity, automation, and intelligence.</a:t>
            </a:r>
          </a:p>
        </p:txBody>
      </p:sp>
    </p:spTree>
    <p:extLst>
      <p:ext uri="{BB962C8B-B14F-4D97-AF65-F5344CB8AC3E}">
        <p14:creationId xmlns:p14="http://schemas.microsoft.com/office/powerpoint/2010/main" val="2035975336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7C02D-C54B-0895-4076-1FC6FFDE3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782" y="2507226"/>
            <a:ext cx="10353761" cy="1326321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3ds Condensed" panose="02000503020000020004" pitchFamily="2" charset="0"/>
              </a:rPr>
              <a:t>Thank you</a:t>
            </a:r>
            <a:endParaRPr lang="en-IN" sz="6000" dirty="0">
              <a:latin typeface="3ds Condensed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213370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23</TotalTime>
  <Words>422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3ds Condensed</vt:lpstr>
      <vt:lpstr>Arial</vt:lpstr>
      <vt:lpstr>Bookman Old Style</vt:lpstr>
      <vt:lpstr>Rockwell</vt:lpstr>
      <vt:lpstr>Times New Roman</vt:lpstr>
      <vt:lpstr>Wingdings</vt:lpstr>
      <vt:lpstr>Damask</vt:lpstr>
      <vt:lpstr>Generative AI Tools</vt:lpstr>
      <vt:lpstr>introduction</vt:lpstr>
      <vt:lpstr>Analysis &amp; Insights</vt:lpstr>
      <vt:lpstr>Major Findings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janardhanan</dc:creator>
  <cp:lastModifiedBy>Harsha janardhanan</cp:lastModifiedBy>
  <cp:revision>2</cp:revision>
  <dcterms:created xsi:type="dcterms:W3CDTF">2025-10-24T14:03:08Z</dcterms:created>
  <dcterms:modified xsi:type="dcterms:W3CDTF">2025-10-24T16:35:56Z</dcterms:modified>
</cp:coreProperties>
</file>